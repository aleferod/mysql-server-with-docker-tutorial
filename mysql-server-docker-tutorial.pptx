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B09D2-D6FC-4200-A1DF-72392DA79FFC}" v="1997" dt="2020-09-19T22:11:56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fe Rodrigues Oliveira" userId="S::alefe.oliveira@verity.com.br::09352607-78ed-42be-bba5-d8c378763223" providerId="AD" clId="Web-{6D4B09D2-D6FC-4200-A1DF-72392DA79FFC}"/>
    <pc:docChg chg="addSld modSld">
      <pc:chgData name="Alefe Rodrigues Oliveira" userId="S::alefe.oliveira@verity.com.br::09352607-78ed-42be-bba5-d8c378763223" providerId="AD" clId="Web-{6D4B09D2-D6FC-4200-A1DF-72392DA79FFC}" dt="2020-09-19T22:11:56.480" v="1977" actId="20577"/>
      <pc:docMkLst>
        <pc:docMk/>
      </pc:docMkLst>
      <pc:sldChg chg="modSp">
        <pc:chgData name="Alefe Rodrigues Oliveira" userId="S::alefe.oliveira@verity.com.br::09352607-78ed-42be-bba5-d8c378763223" providerId="AD" clId="Web-{6D4B09D2-D6FC-4200-A1DF-72392DA79FFC}" dt="2020-09-19T21:43:34.258" v="67" actId="20577"/>
        <pc:sldMkLst>
          <pc:docMk/>
          <pc:sldMk cId="2210866551" sldId="256"/>
        </pc:sldMkLst>
        <pc:spChg chg="mod">
          <ac:chgData name="Alefe Rodrigues Oliveira" userId="S::alefe.oliveira@verity.com.br::09352607-78ed-42be-bba5-d8c378763223" providerId="AD" clId="Web-{6D4B09D2-D6FC-4200-A1DF-72392DA79FFC}" dt="2020-09-19T21:43:22.727" v="31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Alefe Rodrigues Oliveira" userId="S::alefe.oliveira@verity.com.br::09352607-78ed-42be-bba5-d8c378763223" providerId="AD" clId="Web-{6D4B09D2-D6FC-4200-A1DF-72392DA79FFC}" dt="2020-09-19T21:43:34.258" v="67" actId="20577"/>
          <ac:spMkLst>
            <pc:docMk/>
            <pc:sldMk cId="2210866551" sldId="256"/>
            <ac:spMk id="3" creationId="{00000000-0000-0000-0000-000000000000}"/>
          </ac:spMkLst>
        </pc:spChg>
      </pc:sldChg>
      <pc:sldChg chg="modSp new">
        <pc:chgData name="Alefe Rodrigues Oliveira" userId="S::alefe.oliveira@verity.com.br::09352607-78ed-42be-bba5-d8c378763223" providerId="AD" clId="Web-{6D4B09D2-D6FC-4200-A1DF-72392DA79FFC}" dt="2020-09-19T21:48:11.085" v="474" actId="20577"/>
        <pc:sldMkLst>
          <pc:docMk/>
          <pc:sldMk cId="3068874924" sldId="257"/>
        </pc:sldMkLst>
        <pc:spChg chg="mod">
          <ac:chgData name="Alefe Rodrigues Oliveira" userId="S::alefe.oliveira@verity.com.br::09352607-78ed-42be-bba5-d8c378763223" providerId="AD" clId="Web-{6D4B09D2-D6FC-4200-A1DF-72392DA79FFC}" dt="2020-09-19T21:44:42.902" v="156" actId="20577"/>
          <ac:spMkLst>
            <pc:docMk/>
            <pc:sldMk cId="3068874924" sldId="257"/>
            <ac:spMk id="2" creationId="{A422541C-9068-4D59-84D0-C19BD83FE7F7}"/>
          </ac:spMkLst>
        </pc:spChg>
        <pc:spChg chg="mod">
          <ac:chgData name="Alefe Rodrigues Oliveira" userId="S::alefe.oliveira@verity.com.br::09352607-78ed-42be-bba5-d8c378763223" providerId="AD" clId="Web-{6D4B09D2-D6FC-4200-A1DF-72392DA79FFC}" dt="2020-09-19T21:48:11.085" v="474" actId="20577"/>
          <ac:spMkLst>
            <pc:docMk/>
            <pc:sldMk cId="3068874924" sldId="257"/>
            <ac:spMk id="3" creationId="{8F217E23-686B-4072-A52F-92799E77E5CB}"/>
          </ac:spMkLst>
        </pc:spChg>
      </pc:sldChg>
      <pc:sldChg chg="modSp new">
        <pc:chgData name="Alefe Rodrigues Oliveira" userId="S::alefe.oliveira@verity.com.br::09352607-78ed-42be-bba5-d8c378763223" providerId="AD" clId="Web-{6D4B09D2-D6FC-4200-A1DF-72392DA79FFC}" dt="2020-09-19T22:05:56.698" v="1671" actId="20577"/>
        <pc:sldMkLst>
          <pc:docMk/>
          <pc:sldMk cId="1938785592" sldId="258"/>
        </pc:sldMkLst>
        <pc:spChg chg="mod">
          <ac:chgData name="Alefe Rodrigues Oliveira" userId="S::alefe.oliveira@verity.com.br::09352607-78ed-42be-bba5-d8c378763223" providerId="AD" clId="Web-{6D4B09D2-D6FC-4200-A1DF-72392DA79FFC}" dt="2020-09-19T21:47:07.676" v="334" actId="20577"/>
          <ac:spMkLst>
            <pc:docMk/>
            <pc:sldMk cId="1938785592" sldId="258"/>
            <ac:spMk id="2" creationId="{AA6B8BFD-C103-4E0A-9068-17747F37C49E}"/>
          </ac:spMkLst>
        </pc:spChg>
        <pc:spChg chg="mod">
          <ac:chgData name="Alefe Rodrigues Oliveira" userId="S::alefe.oliveira@verity.com.br::09352607-78ed-42be-bba5-d8c378763223" providerId="AD" clId="Web-{6D4B09D2-D6FC-4200-A1DF-72392DA79FFC}" dt="2020-09-19T22:05:56.698" v="1671" actId="20577"/>
          <ac:spMkLst>
            <pc:docMk/>
            <pc:sldMk cId="1938785592" sldId="258"/>
            <ac:spMk id="3" creationId="{2E1D07C3-61B0-4459-B633-99D30E71A01C}"/>
          </ac:spMkLst>
        </pc:spChg>
      </pc:sldChg>
      <pc:sldChg chg="modSp new">
        <pc:chgData name="Alefe Rodrigues Oliveira" userId="S::alefe.oliveira@verity.com.br::09352607-78ed-42be-bba5-d8c378763223" providerId="AD" clId="Web-{6D4B09D2-D6FC-4200-A1DF-72392DA79FFC}" dt="2020-09-19T22:03:29.956" v="1507" actId="20577"/>
        <pc:sldMkLst>
          <pc:docMk/>
          <pc:sldMk cId="3641910432" sldId="259"/>
        </pc:sldMkLst>
        <pc:spChg chg="mod">
          <ac:chgData name="Alefe Rodrigues Oliveira" userId="S::alefe.oliveira@verity.com.br::09352607-78ed-42be-bba5-d8c378763223" providerId="AD" clId="Web-{6D4B09D2-D6FC-4200-A1DF-72392DA79FFC}" dt="2020-09-19T21:49:36.761" v="675" actId="20577"/>
          <ac:spMkLst>
            <pc:docMk/>
            <pc:sldMk cId="3641910432" sldId="259"/>
            <ac:spMk id="2" creationId="{3A30C08F-AFF9-4AA6-9CBE-553B28D3841D}"/>
          </ac:spMkLst>
        </pc:spChg>
        <pc:spChg chg="mod">
          <ac:chgData name="Alefe Rodrigues Oliveira" userId="S::alefe.oliveira@verity.com.br::09352607-78ed-42be-bba5-d8c378763223" providerId="AD" clId="Web-{6D4B09D2-D6FC-4200-A1DF-72392DA79FFC}" dt="2020-09-19T22:03:29.956" v="1507" actId="20577"/>
          <ac:spMkLst>
            <pc:docMk/>
            <pc:sldMk cId="3641910432" sldId="259"/>
            <ac:spMk id="3" creationId="{8D812F9C-A474-4B39-B8F1-9AF79DC82840}"/>
          </ac:spMkLst>
        </pc:spChg>
      </pc:sldChg>
      <pc:sldChg chg="modSp new">
        <pc:chgData name="Alefe Rodrigues Oliveira" userId="S::alefe.oliveira@verity.com.br::09352607-78ed-42be-bba5-d8c378763223" providerId="AD" clId="Web-{6D4B09D2-D6FC-4200-A1DF-72392DA79FFC}" dt="2020-09-19T22:09:42.083" v="1900" actId="20577"/>
        <pc:sldMkLst>
          <pc:docMk/>
          <pc:sldMk cId="1521321488" sldId="260"/>
        </pc:sldMkLst>
        <pc:spChg chg="mod">
          <ac:chgData name="Alefe Rodrigues Oliveira" userId="S::alefe.oliveira@verity.com.br::09352607-78ed-42be-bba5-d8c378763223" providerId="AD" clId="Web-{6D4B09D2-D6FC-4200-A1DF-72392DA79FFC}" dt="2020-09-19T22:02:54.736" v="1491" actId="20577"/>
          <ac:spMkLst>
            <pc:docMk/>
            <pc:sldMk cId="1521321488" sldId="260"/>
            <ac:spMk id="2" creationId="{F06C873F-07B8-48E2-8F66-6121B890048C}"/>
          </ac:spMkLst>
        </pc:spChg>
        <pc:spChg chg="mod">
          <ac:chgData name="Alefe Rodrigues Oliveira" userId="S::alefe.oliveira@verity.com.br::09352607-78ed-42be-bba5-d8c378763223" providerId="AD" clId="Web-{6D4B09D2-D6FC-4200-A1DF-72392DA79FFC}" dt="2020-09-19T22:09:42.083" v="1900" actId="20577"/>
          <ac:spMkLst>
            <pc:docMk/>
            <pc:sldMk cId="1521321488" sldId="260"/>
            <ac:spMk id="3" creationId="{3DF45344-1823-4D79-B2D5-68C6D6CE47CE}"/>
          </ac:spMkLst>
        </pc:spChg>
      </pc:sldChg>
      <pc:sldChg chg="modSp new">
        <pc:chgData name="Alefe Rodrigues Oliveira" userId="S::alefe.oliveira@verity.com.br::09352607-78ed-42be-bba5-d8c378763223" providerId="AD" clId="Web-{6D4B09D2-D6FC-4200-A1DF-72392DA79FFC}" dt="2020-09-19T22:09:58.006" v="1905" actId="20577"/>
        <pc:sldMkLst>
          <pc:docMk/>
          <pc:sldMk cId="41376194" sldId="261"/>
        </pc:sldMkLst>
        <pc:spChg chg="mod">
          <ac:chgData name="Alefe Rodrigues Oliveira" userId="S::alefe.oliveira@verity.com.br::09352607-78ed-42be-bba5-d8c378763223" providerId="AD" clId="Web-{6D4B09D2-D6FC-4200-A1DF-72392DA79FFC}" dt="2020-09-19T22:04:39.428" v="1569" actId="20577"/>
          <ac:spMkLst>
            <pc:docMk/>
            <pc:sldMk cId="41376194" sldId="261"/>
            <ac:spMk id="2" creationId="{FD0389FA-5E87-48BB-BFDA-238E39849A98}"/>
          </ac:spMkLst>
        </pc:spChg>
        <pc:spChg chg="mod">
          <ac:chgData name="Alefe Rodrigues Oliveira" userId="S::alefe.oliveira@verity.com.br::09352607-78ed-42be-bba5-d8c378763223" providerId="AD" clId="Web-{6D4B09D2-D6FC-4200-A1DF-72392DA79FFC}" dt="2020-09-19T22:09:58.006" v="1905" actId="20577"/>
          <ac:spMkLst>
            <pc:docMk/>
            <pc:sldMk cId="41376194" sldId="261"/>
            <ac:spMk id="3" creationId="{4BF73CF1-BE52-4168-9D5F-38DB3193BB1F}"/>
          </ac:spMkLst>
        </pc:spChg>
      </pc:sldChg>
      <pc:sldChg chg="modSp new">
        <pc:chgData name="Alefe Rodrigues Oliveira" userId="S::alefe.oliveira@verity.com.br::09352607-78ed-42be-bba5-d8c378763223" providerId="AD" clId="Web-{6D4B09D2-D6FC-4200-A1DF-72392DA79FFC}" dt="2020-09-19T22:11:56.480" v="1976" actId="20577"/>
        <pc:sldMkLst>
          <pc:docMk/>
          <pc:sldMk cId="3268688081" sldId="262"/>
        </pc:sldMkLst>
        <pc:spChg chg="mod">
          <ac:chgData name="Alefe Rodrigues Oliveira" userId="S::alefe.oliveira@verity.com.br::09352607-78ed-42be-bba5-d8c378763223" providerId="AD" clId="Web-{6D4B09D2-D6FC-4200-A1DF-72392DA79FFC}" dt="2020-09-19T22:10:02.647" v="1910" actId="20577"/>
          <ac:spMkLst>
            <pc:docMk/>
            <pc:sldMk cId="3268688081" sldId="262"/>
            <ac:spMk id="2" creationId="{EB8067E8-0F93-4D28-A909-D24F2C506F19}"/>
          </ac:spMkLst>
        </pc:spChg>
        <pc:spChg chg="mod">
          <ac:chgData name="Alefe Rodrigues Oliveira" userId="S::alefe.oliveira@verity.com.br::09352607-78ed-42be-bba5-d8c378763223" providerId="AD" clId="Web-{6D4B09D2-D6FC-4200-A1DF-72392DA79FFC}" dt="2020-09-19T22:11:56.480" v="1976" actId="20577"/>
          <ac:spMkLst>
            <pc:docMk/>
            <pc:sldMk cId="3268688081" sldId="262"/>
            <ac:spMk id="3" creationId="{996D01D9-17FC-43FA-8EDC-001A6F71B89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lefe-oliveira-8a5004143/" TargetMode="External"/><Relationship Id="rId2" Type="http://schemas.openxmlformats.org/officeDocument/2006/relationships/hyperlink" Target="https://github.com/alefero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cs typeface="Calibri Light"/>
              </a:rPr>
              <a:t>MYSQL + Docker</a:t>
            </a:r>
            <a:endParaRPr lang="de-D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DE"/>
          </a:p>
          <a:p>
            <a:r>
              <a:rPr lang="de-DE" dirty="0" err="1">
                <a:cs typeface="Calibri"/>
              </a:rPr>
              <a:t>Alefe</a:t>
            </a:r>
            <a:r>
              <a:rPr lang="de-DE" dirty="0">
                <a:cs typeface="Calibri"/>
              </a:rPr>
              <a:t> Oliveira – Software Developer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2541C-9068-4D59-84D0-C19BD83FE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MYSQL Server + Docker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217E23-686B-4072-A52F-92799E77E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pt-BR" dirty="0">
                <a:cs typeface="Calibri"/>
              </a:rPr>
              <a:t>Tutorial prático de como utilizar o </a:t>
            </a:r>
            <a:r>
              <a:rPr lang="pt-BR" dirty="0" err="1">
                <a:cs typeface="Calibri"/>
              </a:rPr>
              <a:t>mysql</a:t>
            </a:r>
            <a:r>
              <a:rPr lang="pt-BR" dirty="0">
                <a:cs typeface="Calibri"/>
              </a:rPr>
              <a:t> server (5.7) em um container </a:t>
            </a:r>
            <a:r>
              <a:rPr lang="pt-BR" dirty="0" err="1">
                <a:cs typeface="Calibri"/>
              </a:rPr>
              <a:t>dockerizado</a:t>
            </a:r>
            <a:endParaRPr lang="pt-BR" dirty="0">
              <a:cs typeface="Calibri"/>
            </a:endParaRPr>
          </a:p>
          <a:p>
            <a:pPr marL="0" indent="0" algn="ctr">
              <a:buNone/>
            </a:pPr>
            <a:endParaRPr lang="pt-BR" dirty="0">
              <a:cs typeface="Calibri"/>
            </a:endParaRPr>
          </a:p>
          <a:p>
            <a:endParaRPr lang="pt-BR" dirty="0">
              <a:cs typeface="Calibri"/>
            </a:endParaRPr>
          </a:p>
          <a:p>
            <a:pPr algn="ctr"/>
            <a:endParaRPr lang="pt-BR" dirty="0">
              <a:cs typeface="Calibri"/>
            </a:endParaRPr>
          </a:p>
          <a:p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887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B8BFD-C103-4E0A-9068-17747F37C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Baixando a imagem Docker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1D07C3-61B0-4459-B633-99D30E71A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b="1" dirty="0" err="1">
                <a:ea typeface="+mn-lt"/>
                <a:cs typeface="+mn-lt"/>
              </a:rPr>
              <a:t>docker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pull</a:t>
            </a:r>
            <a:r>
              <a:rPr lang="pt-BR" b="1" dirty="0">
                <a:ea typeface="+mn-lt"/>
                <a:cs typeface="+mn-lt"/>
              </a:rPr>
              <a:t> mysql:5.7</a:t>
            </a:r>
          </a:p>
          <a:p>
            <a:pPr marL="0" indent="0">
              <a:buNone/>
            </a:pPr>
            <a:endParaRPr lang="pt-BR" dirty="0">
              <a:cs typeface="Calibri" panose="020F0502020204030204"/>
            </a:endParaRPr>
          </a:p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Ao executar o comando acima em um terminal, a imagem </a:t>
            </a:r>
            <a:r>
              <a:rPr lang="pt-BR" dirty="0" err="1">
                <a:cs typeface="Calibri" panose="020F0502020204030204"/>
              </a:rPr>
              <a:t>docker</a:t>
            </a:r>
            <a:r>
              <a:rPr lang="pt-BR" dirty="0">
                <a:cs typeface="Calibri" panose="020F0502020204030204"/>
              </a:rPr>
              <a:t> do </a:t>
            </a:r>
            <a:r>
              <a:rPr lang="pt-BR" dirty="0" err="1">
                <a:cs typeface="Calibri" panose="020F0502020204030204"/>
              </a:rPr>
              <a:t>mysql</a:t>
            </a:r>
            <a:r>
              <a:rPr lang="pt-BR" dirty="0">
                <a:cs typeface="Calibri" panose="020F0502020204030204"/>
              </a:rPr>
              <a:t> server será baixado do Docker-Hub (Repositório central do Docker)</a:t>
            </a:r>
          </a:p>
        </p:txBody>
      </p:sp>
    </p:spTree>
    <p:extLst>
      <p:ext uri="{BB962C8B-B14F-4D97-AF65-F5344CB8AC3E}">
        <p14:creationId xmlns:p14="http://schemas.microsoft.com/office/powerpoint/2010/main" val="193878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0C08F-AFF9-4AA6-9CBE-553B28D38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Iniciando a instancia do </a:t>
            </a:r>
            <a:r>
              <a:rPr lang="pt-BR" dirty="0" err="1">
                <a:cs typeface="Calibri Light"/>
              </a:rPr>
              <a:t>mysql</a:t>
            </a:r>
            <a:r>
              <a:rPr lang="pt-BR" dirty="0">
                <a:cs typeface="Calibri Light"/>
              </a:rPr>
              <a:t>-server em um container </a:t>
            </a:r>
            <a:r>
              <a:rPr lang="pt-BR" dirty="0" err="1">
                <a:cs typeface="Calibri Light"/>
              </a:rPr>
              <a:t>docker</a:t>
            </a:r>
            <a:endParaRPr lang="pt-BR" dirty="0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812F9C-A474-4B39-B8F1-9AF79DC82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 dirty="0">
              <a:ea typeface="+mn-lt"/>
              <a:cs typeface="+mn-lt"/>
            </a:endParaRPr>
          </a:p>
          <a:p>
            <a:r>
              <a:rPr lang="pt-BR" b="1" dirty="0" err="1">
                <a:ea typeface="+mn-lt"/>
                <a:cs typeface="+mn-lt"/>
              </a:rPr>
              <a:t>docker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run</a:t>
            </a:r>
            <a:r>
              <a:rPr lang="pt-BR" b="1" dirty="0">
                <a:ea typeface="+mn-lt"/>
                <a:cs typeface="+mn-lt"/>
              </a:rPr>
              <a:t> -p 3306:3306 --</a:t>
            </a:r>
            <a:r>
              <a:rPr lang="pt-BR" b="1" dirty="0" err="1">
                <a:ea typeface="+mn-lt"/>
                <a:cs typeface="+mn-lt"/>
              </a:rPr>
              <a:t>name</a:t>
            </a:r>
            <a:r>
              <a:rPr lang="pt-BR" b="1" dirty="0">
                <a:ea typeface="+mn-lt"/>
                <a:cs typeface="+mn-lt"/>
              </a:rPr>
              <a:t> mysql1 -e MYSQL_ROOT_PASSWORD=</a:t>
            </a:r>
            <a:r>
              <a:rPr lang="pt-BR" b="1" dirty="0" err="1">
                <a:ea typeface="+mn-lt"/>
                <a:cs typeface="+mn-lt"/>
              </a:rPr>
              <a:t>mypassword</a:t>
            </a:r>
            <a:r>
              <a:rPr lang="pt-BR" b="1" dirty="0">
                <a:ea typeface="+mn-lt"/>
                <a:cs typeface="+mn-lt"/>
              </a:rPr>
              <a:t> -d mysql:5.7</a:t>
            </a:r>
          </a:p>
          <a:p>
            <a:r>
              <a:rPr lang="pt-BR" dirty="0">
                <a:cs typeface="Calibri" panose="020F0502020204030204"/>
              </a:rPr>
              <a:t>O comando acima inicia um container a partir da imagem do </a:t>
            </a:r>
            <a:r>
              <a:rPr lang="pt-BR" dirty="0" err="1">
                <a:cs typeface="Calibri" panose="020F0502020204030204"/>
              </a:rPr>
              <a:t>mysql</a:t>
            </a:r>
            <a:r>
              <a:rPr lang="pt-BR" dirty="0">
                <a:cs typeface="Calibri" panose="020F0502020204030204"/>
              </a:rPr>
              <a:t> que baixamos no slide anterior.  O comando –p publica uma determinada porta do container para o host, no nosso caso o –p 3306:3306 serve para "exportar" a porta 3306 do container para o host (ambiente no qual o </a:t>
            </a:r>
            <a:r>
              <a:rPr lang="pt-BR" dirty="0" err="1">
                <a:cs typeface="Calibri" panose="020F0502020204030204"/>
              </a:rPr>
              <a:t>docker</a:t>
            </a:r>
            <a:r>
              <a:rPr lang="pt-BR" dirty="0">
                <a:cs typeface="Calibri" panose="020F0502020204030204"/>
              </a:rPr>
              <a:t> esta executando), fazemos isso para conseguirmos conectar um </a:t>
            </a:r>
            <a:r>
              <a:rPr lang="pt-BR" dirty="0" err="1">
                <a:cs typeface="Calibri" panose="020F0502020204030204"/>
              </a:rPr>
              <a:t>client</a:t>
            </a:r>
            <a:r>
              <a:rPr lang="pt-BR" dirty="0">
                <a:cs typeface="Calibri" panose="020F0502020204030204"/>
              </a:rPr>
              <a:t> do </a:t>
            </a:r>
            <a:r>
              <a:rPr lang="pt-BR" dirty="0" err="1">
                <a:cs typeface="Calibri" panose="020F0502020204030204"/>
              </a:rPr>
              <a:t>mysql</a:t>
            </a:r>
            <a:r>
              <a:rPr lang="pt-BR" dirty="0">
                <a:cs typeface="Calibri" panose="020F0502020204030204"/>
              </a:rPr>
              <a:t> de "fora" do container (executado em um ambiente virtualizado dentro do host). </a:t>
            </a:r>
          </a:p>
        </p:txBody>
      </p:sp>
    </p:spTree>
    <p:extLst>
      <p:ext uri="{BB962C8B-B14F-4D97-AF65-F5344CB8AC3E}">
        <p14:creationId xmlns:p14="http://schemas.microsoft.com/office/powerpoint/2010/main" val="364191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C873F-07B8-48E2-8F66-6121B890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Iniciando a instancia do </a:t>
            </a:r>
            <a:r>
              <a:rPr lang="pt-BR" dirty="0" err="1">
                <a:ea typeface="+mj-lt"/>
                <a:cs typeface="+mj-lt"/>
              </a:rPr>
              <a:t>mysql</a:t>
            </a:r>
            <a:r>
              <a:rPr lang="pt-BR" dirty="0">
                <a:ea typeface="+mj-lt"/>
                <a:cs typeface="+mj-lt"/>
              </a:rPr>
              <a:t>-server em um container </a:t>
            </a:r>
            <a:r>
              <a:rPr lang="pt-BR" dirty="0" err="1">
                <a:ea typeface="+mj-lt"/>
                <a:cs typeface="+mj-lt"/>
              </a:rPr>
              <a:t>docker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F45344-1823-4D79-B2D5-68C6D6CE4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O comando –e MYSQL_ROOT_PASSWORD=</a:t>
            </a:r>
            <a:r>
              <a:rPr lang="pt-BR" dirty="0" err="1">
                <a:ea typeface="+mn-lt"/>
                <a:cs typeface="+mn-lt"/>
              </a:rPr>
              <a:t>mypassword</a:t>
            </a:r>
            <a:r>
              <a:rPr lang="pt-BR" dirty="0">
                <a:ea typeface="+mn-lt"/>
                <a:cs typeface="+mn-lt"/>
              </a:rPr>
              <a:t> define o valor "</a:t>
            </a:r>
            <a:r>
              <a:rPr lang="pt-BR" dirty="0" err="1">
                <a:ea typeface="+mn-lt"/>
                <a:cs typeface="+mn-lt"/>
              </a:rPr>
              <a:t>mypassword</a:t>
            </a:r>
            <a:r>
              <a:rPr lang="pt-BR" dirty="0">
                <a:ea typeface="+mn-lt"/>
                <a:cs typeface="+mn-lt"/>
              </a:rPr>
              <a:t>" como a senha do usuário root na "variável de ambiente"  </a:t>
            </a:r>
            <a:r>
              <a:rPr lang="pt-BR" dirty="0">
                <a:cs typeface="Calibri"/>
              </a:rPr>
              <a:t>MYSQL_ROOT_PASSWORD</a:t>
            </a:r>
            <a:r>
              <a:rPr lang="pt-BR" dirty="0">
                <a:ea typeface="+mn-lt"/>
                <a:cs typeface="+mn-lt"/>
              </a:rPr>
              <a:t> criada pela </a:t>
            </a:r>
            <a:r>
              <a:rPr lang="pt-BR" dirty="0" err="1">
                <a:ea typeface="+mn-lt"/>
                <a:cs typeface="+mn-lt"/>
              </a:rPr>
              <a:t>propria</a:t>
            </a:r>
            <a:r>
              <a:rPr lang="pt-BR" dirty="0">
                <a:ea typeface="+mn-lt"/>
                <a:cs typeface="+mn-lt"/>
              </a:rPr>
              <a:t> imagem do </a:t>
            </a:r>
            <a:r>
              <a:rPr lang="pt-BR" dirty="0" err="1">
                <a:ea typeface="+mn-lt"/>
                <a:cs typeface="+mn-lt"/>
              </a:rPr>
              <a:t>mysql</a:t>
            </a:r>
            <a:r>
              <a:rPr lang="pt-BR" dirty="0">
                <a:ea typeface="+mn-lt"/>
                <a:cs typeface="+mn-lt"/>
              </a:rPr>
              <a:t>. E por fim o comando –d serve para executarmos o nosso container em modo background. O </a:t>
            </a:r>
            <a:r>
              <a:rPr lang="pt-BR" dirty="0" err="1">
                <a:ea typeface="+mn-lt"/>
                <a:cs typeface="+mn-lt"/>
              </a:rPr>
              <a:t>parametro</a:t>
            </a:r>
            <a:r>
              <a:rPr lang="pt-BR" dirty="0">
                <a:ea typeface="+mn-lt"/>
                <a:cs typeface="+mn-lt"/>
              </a:rPr>
              <a:t> –</a:t>
            </a:r>
            <a:r>
              <a:rPr lang="pt-BR" dirty="0" err="1">
                <a:ea typeface="+mn-lt"/>
                <a:cs typeface="+mn-lt"/>
              </a:rPr>
              <a:t>name</a:t>
            </a:r>
            <a:r>
              <a:rPr lang="pt-BR" dirty="0">
                <a:ea typeface="+mn-lt"/>
                <a:cs typeface="+mn-lt"/>
              </a:rPr>
              <a:t> serve para definirmos um nome para o container.</a:t>
            </a:r>
            <a:endParaRPr lang="pt-BR" dirty="0">
              <a:cs typeface="Calibri"/>
            </a:endParaRPr>
          </a:p>
          <a:p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132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389FA-5E87-48BB-BFDA-238E3984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Conectando o </a:t>
            </a:r>
            <a:r>
              <a:rPr lang="pt-BR" dirty="0" err="1">
                <a:cs typeface="Calibri Light"/>
              </a:rPr>
              <a:t>mysql</a:t>
            </a:r>
            <a:r>
              <a:rPr lang="pt-BR" dirty="0">
                <a:cs typeface="Calibri Light"/>
              </a:rPr>
              <a:t> a partir de um </a:t>
            </a:r>
            <a:r>
              <a:rPr lang="pt-BR" dirty="0" err="1">
                <a:cs typeface="Calibri Light"/>
              </a:rPr>
              <a:t>client</a:t>
            </a:r>
            <a:endParaRPr lang="pt-BR" dirty="0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F73CF1-BE52-4168-9D5F-38DB3193B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cs typeface="Calibri"/>
              </a:rPr>
              <a:t>Após executarmos o comando anterior, já conseguimos acesso ao banco de dados a partir de um </a:t>
            </a:r>
            <a:r>
              <a:rPr lang="pt-BR" dirty="0" err="1">
                <a:cs typeface="Calibri"/>
              </a:rPr>
              <a:t>client</a:t>
            </a:r>
            <a:endParaRPr lang="pt-BR">
              <a:cs typeface="Calibri"/>
            </a:endParaRPr>
          </a:p>
          <a:p>
            <a:endParaRPr lang="pt-BR" dirty="0">
              <a:cs typeface="Calibri" panose="020F0502020204030204"/>
            </a:endParaRPr>
          </a:p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 Host: </a:t>
            </a:r>
            <a:r>
              <a:rPr lang="pt-BR" dirty="0" err="1">
                <a:cs typeface="Calibri" panose="020F0502020204030204"/>
              </a:rPr>
              <a:t>localhost</a:t>
            </a:r>
            <a:endParaRPr lang="pt-BR" dirty="0">
              <a:cs typeface="Calibri" panose="020F0502020204030204"/>
            </a:endParaRPr>
          </a:p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 </a:t>
            </a:r>
            <a:r>
              <a:rPr lang="pt-BR" dirty="0" err="1">
                <a:cs typeface="Calibri" panose="020F0502020204030204"/>
              </a:rPr>
              <a:t>Port</a:t>
            </a:r>
            <a:r>
              <a:rPr lang="pt-BR" dirty="0">
                <a:cs typeface="Calibri" panose="020F0502020204030204"/>
              </a:rPr>
              <a:t>: 3306</a:t>
            </a:r>
          </a:p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 </a:t>
            </a:r>
            <a:r>
              <a:rPr lang="pt-BR" dirty="0" err="1">
                <a:cs typeface="Calibri" panose="020F0502020204030204"/>
              </a:rPr>
              <a:t>User</a:t>
            </a:r>
            <a:r>
              <a:rPr lang="pt-BR" dirty="0">
                <a:cs typeface="Calibri" panose="020F0502020204030204"/>
              </a:rPr>
              <a:t>: root</a:t>
            </a:r>
          </a:p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 </a:t>
            </a:r>
            <a:r>
              <a:rPr lang="pt-BR" dirty="0" err="1">
                <a:cs typeface="Calibri" panose="020F0502020204030204"/>
              </a:rPr>
              <a:t>Password</a:t>
            </a:r>
            <a:r>
              <a:rPr lang="pt-BR" dirty="0">
                <a:cs typeface="Calibri" panose="020F0502020204030204"/>
              </a:rPr>
              <a:t>: </a:t>
            </a:r>
            <a:r>
              <a:rPr lang="pt-BR" dirty="0" err="1">
                <a:cs typeface="Calibri" panose="020F0502020204030204"/>
              </a:rPr>
              <a:t>mypassword</a:t>
            </a:r>
            <a:r>
              <a:rPr lang="pt-BR" dirty="0">
                <a:cs typeface="Calibri" panose="020F0502020204030204"/>
              </a:rPr>
              <a:t>   </a:t>
            </a:r>
          </a:p>
        </p:txBody>
      </p:sp>
    </p:spTree>
    <p:extLst>
      <p:ext uri="{BB962C8B-B14F-4D97-AF65-F5344CB8AC3E}">
        <p14:creationId xmlns:p14="http://schemas.microsoft.com/office/powerpoint/2010/main" val="4137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067E8-0F93-4D28-A909-D24F2C506F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Fim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6D01D9-17FC-43FA-8EDC-001A6F71B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 err="1">
                <a:ea typeface="+mn-lt"/>
                <a:cs typeface="+mn-lt"/>
              </a:rPr>
              <a:t>github</a:t>
            </a:r>
            <a:r>
              <a:rPr lang="pt-BR" dirty="0">
                <a:ea typeface="+mn-lt"/>
                <a:cs typeface="+mn-lt"/>
              </a:rPr>
              <a:t>: </a:t>
            </a:r>
            <a:r>
              <a:rPr lang="pt-BR" dirty="0">
                <a:cs typeface="Calibri"/>
                <a:hlinkClick r:id="rId2"/>
              </a:rPr>
              <a:t>https://github.com/aleferod</a:t>
            </a:r>
            <a:endParaRPr lang="pt-BR">
              <a:ea typeface="+mn-lt"/>
              <a:cs typeface="+mn-lt"/>
            </a:endParaRPr>
          </a:p>
          <a:p>
            <a:r>
              <a:rPr lang="pt-BR" dirty="0" err="1">
                <a:cs typeface="Calibri"/>
              </a:rPr>
              <a:t>Linkedin</a:t>
            </a:r>
            <a:r>
              <a:rPr lang="pt-BR" dirty="0">
                <a:cs typeface="Calibri"/>
              </a:rPr>
              <a:t>: </a:t>
            </a:r>
            <a:r>
              <a:rPr lang="pt-BR" dirty="0">
                <a:ea typeface="+mn-lt"/>
                <a:cs typeface="+mn-lt"/>
                <a:hlinkClick r:id="rId3"/>
              </a:rPr>
              <a:t>https://www.linkedin.com/in/alefe-oliveira-8a5004143/</a:t>
            </a:r>
            <a:endParaRPr lang="pt-BR">
              <a:ea typeface="+mn-lt"/>
              <a:cs typeface="+mn-lt"/>
            </a:endParaRPr>
          </a:p>
          <a:p>
            <a:endParaRPr lang="pt-BR" dirty="0">
              <a:cs typeface="Calibri"/>
            </a:endParaRPr>
          </a:p>
          <a:p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688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MYSQL + Docker</vt:lpstr>
      <vt:lpstr>MYSQL Server + Docker</vt:lpstr>
      <vt:lpstr>Baixando a imagem Docker</vt:lpstr>
      <vt:lpstr>Iniciando a instancia do mysql-server em um container docker</vt:lpstr>
      <vt:lpstr>Iniciando a instancia do mysql-server em um container docker</vt:lpstr>
      <vt:lpstr>Conectando o mysql a partir de um client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193</cp:revision>
  <dcterms:created xsi:type="dcterms:W3CDTF">2020-09-19T21:43:11Z</dcterms:created>
  <dcterms:modified xsi:type="dcterms:W3CDTF">2020-09-19T22:12:00Z</dcterms:modified>
</cp:coreProperties>
</file>